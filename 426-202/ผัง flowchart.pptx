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1" r:id="rId5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F7FF"/>
    <a:srgbClr val="A7E8FF"/>
    <a:srgbClr val="5BD4FF"/>
    <a:srgbClr val="FAC2CE"/>
    <a:srgbClr val="F7BAF8"/>
    <a:srgbClr val="F081F3"/>
    <a:srgbClr val="29C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4" autoAdjust="0"/>
    <p:restoredTop sz="94660"/>
  </p:normalViewPr>
  <p:slideViewPr>
    <p:cSldViewPr snapToGrid="0">
      <p:cViewPr varScale="1">
        <p:scale>
          <a:sx n="72" d="100"/>
          <a:sy n="72" d="100"/>
        </p:scale>
        <p:origin x="57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B65E3-CC83-443D-84FB-994B8CEBFE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F66FF7-DCD1-4ED2-9783-A25BC1727F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3E1148-D6BC-461C-A17D-84F942C9F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A3300-30DA-4CD6-9B38-CF22523E82CD}" type="datetimeFigureOut">
              <a:rPr lang="th-TH" smtClean="0"/>
              <a:t>21/10/69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BB313A-7AA4-4749-B9C6-85F86E4EF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41173-53CF-4C6A-A10D-1A97EAAAC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D3D70-1C74-464D-8D3B-619615721AC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64328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707A7-3134-416D-A45B-DA21B604A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C22A7-6800-4F80-B838-244C8FC7A3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828DBD-B493-4A29-BEE6-E833C47B1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A3300-30DA-4CD6-9B38-CF22523E82CD}" type="datetimeFigureOut">
              <a:rPr lang="th-TH" smtClean="0"/>
              <a:t>21/10/69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F12E1-F1C6-4059-90B4-BAE74D7B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02437-2731-4BB5-B554-A04DBA505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D3D70-1C74-464D-8D3B-619615721AC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9981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285D7-3063-4D48-A511-DEE5F8BBB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92565A-3E08-4015-9B83-30D672BC3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74970-FB6D-4928-A40B-69F5060A4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A3300-30DA-4CD6-9B38-CF22523E82CD}" type="datetimeFigureOut">
              <a:rPr lang="th-TH" smtClean="0"/>
              <a:t>21/10/69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45861-26B0-41E2-BE50-D67BE2300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4FF62-3AD1-4B20-9F88-EFD7A9EDC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D3D70-1C74-464D-8D3B-619615721AC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57806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83313-E9B0-4AEF-B2E0-578A9A1EB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6782A-71FD-400F-9110-C751C15E9B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7857F-5229-4950-8C46-6EC72A0982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582D2F-C36B-40C4-A5E3-073F0D3B6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A3300-30DA-4CD6-9B38-CF22523E82CD}" type="datetimeFigureOut">
              <a:rPr lang="th-TH" smtClean="0"/>
              <a:t>21/10/69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010707-0F87-44D8-9283-EBCDE7ADD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525720-3342-4114-B835-2D7ECEFBE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D3D70-1C74-464D-8D3B-619615721AC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56088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84421-FEBD-4F74-BA93-B965FB716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546EC5-7E6B-4968-BCAF-3CD2A1D15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474E2C-3D35-42E3-AFAA-BD50237FA4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DE26FB-C8D8-410A-A670-9360FA1BE5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782C79-76F3-4B95-ABE5-46102ADA8E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2A3E2E-842D-4A78-B41E-BE44DA80B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A3300-30DA-4CD6-9B38-CF22523E82CD}" type="datetimeFigureOut">
              <a:rPr lang="th-TH" smtClean="0"/>
              <a:t>21/10/69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450716-AA62-4BD5-9712-4E220A37D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51FCC2-90C9-4BF6-A09B-B21F4BEC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D3D70-1C74-464D-8D3B-619615721AC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04432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F3BE8-0E00-45C0-ADD9-0A35905FA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D31365-86DE-428C-90F7-D00697157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A3300-30DA-4CD6-9B38-CF22523E82CD}" type="datetimeFigureOut">
              <a:rPr lang="th-TH" smtClean="0"/>
              <a:t>21/10/69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E16D2B-B465-44E8-8721-2E741595A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0B209A-1CD9-4B2C-B7EC-716056174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D3D70-1C74-464D-8D3B-619615721AC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75034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6507E9-7CFC-4E12-BAC7-BDDB9C238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A3300-30DA-4CD6-9B38-CF22523E82CD}" type="datetimeFigureOut">
              <a:rPr lang="th-TH" smtClean="0"/>
              <a:t>21/10/69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7F0057-A368-4B1D-949C-EA80498DC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D0F04-7DE5-4F44-9668-973758D99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D3D70-1C74-464D-8D3B-619615721AC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21647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D8DB6-4DC1-49F4-84E3-CEE1CB3C8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A0D64-CB9A-42C3-8445-3584C4916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FAD207-3FC0-44CE-8FBB-7CAFB0EAC6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727379-EFF1-43B6-BFAE-BE2ECE8B8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A3300-30DA-4CD6-9B38-CF22523E82CD}" type="datetimeFigureOut">
              <a:rPr lang="th-TH" smtClean="0"/>
              <a:t>21/10/69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46DBBD-6A9F-4804-960B-468ADDF44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2F23E3-E515-4DB8-AAE0-2A7801DB7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D3D70-1C74-464D-8D3B-619615721AC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11573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14682-4435-4DCC-9F1B-F7DC7EC7A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27EE97-543A-42B2-B0BF-479F695A3D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096288-AF44-4DDA-8299-9E2653CD37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24861D-718A-45F1-9D44-E0A4388C4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A3300-30DA-4CD6-9B38-CF22523E82CD}" type="datetimeFigureOut">
              <a:rPr lang="th-TH" smtClean="0"/>
              <a:t>21/10/69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11CADE-7003-40D0-A38D-D5A60C60A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567323-A25F-48D0-B045-8BC6A25AA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D3D70-1C74-464D-8D3B-619615721AC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26671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7EA58-BF41-487A-BEC0-9B03B1D6F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745C04-3061-4098-B08B-2A567F33B2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7B965-5BA5-4963-9435-0F199117F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A3300-30DA-4CD6-9B38-CF22523E82CD}" type="datetimeFigureOut">
              <a:rPr lang="th-TH" smtClean="0"/>
              <a:t>21/10/69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34B8E-64C4-4410-8C1C-EDE439393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E96CE-8B68-4163-9498-AE5A5C731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D3D70-1C74-464D-8D3B-619615721AC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0860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B7139F-626B-481D-96CC-4BB2A75E06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13CF5D-8871-49FE-8725-0F8C9AA178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CCA07B-C594-449E-8A56-9FC317B87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A3300-30DA-4CD6-9B38-CF22523E82CD}" type="datetimeFigureOut">
              <a:rPr lang="th-TH" smtClean="0"/>
              <a:t>21/10/69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A4F34E-77E9-4C66-8F34-5613594C7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A514D8-F81B-4C3C-B6BC-FD7AC3450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D3D70-1C74-464D-8D3B-619615721AC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997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6632FF-0455-423D-AA89-11F6E0A99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12A15C-8FB8-47D0-AB55-9D4E802620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A2875-66CE-4CB5-BC8F-57D8EEF41C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FA3300-30DA-4CD6-9B38-CF22523E82CD}" type="datetimeFigureOut">
              <a:rPr lang="th-TH" smtClean="0"/>
              <a:t>21/10/69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39603-A628-4A9E-9DA6-52651A54AD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B4D350-49E2-4C75-8EC7-CF0A659580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DD3D70-1C74-464D-8D3B-619615721AC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1970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Terminator 4">
            <a:extLst>
              <a:ext uri="{FF2B5EF4-FFF2-40B4-BE49-F238E27FC236}">
                <a16:creationId xmlns:a16="http://schemas.microsoft.com/office/drawing/2014/main" id="{01C298AC-F534-4450-A2B7-111338BC0681}"/>
              </a:ext>
            </a:extLst>
          </p:cNvPr>
          <p:cNvSpPr/>
          <p:nvPr/>
        </p:nvSpPr>
        <p:spPr>
          <a:xfrm>
            <a:off x="5178286" y="56915"/>
            <a:ext cx="1232453" cy="417444"/>
          </a:xfrm>
          <a:prstGeom prst="flowChartTerminator">
            <a:avLst/>
          </a:prstGeom>
          <a:solidFill>
            <a:srgbClr val="A7E8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>
                <a:solidFill>
                  <a:schemeClr val="tx1"/>
                </a:solidFill>
              </a:rPr>
              <a:t>เริ่มต้น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5FED243-031D-47AB-9564-8EC90DB71CAB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5794513" y="474359"/>
            <a:ext cx="8992" cy="3366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47BE2DE8-3280-4E48-A901-E6E3E3A802A8}"/>
              </a:ext>
            </a:extLst>
          </p:cNvPr>
          <p:cNvSpPr/>
          <p:nvPr/>
        </p:nvSpPr>
        <p:spPr>
          <a:xfrm>
            <a:off x="4785217" y="810991"/>
            <a:ext cx="2027584" cy="328093"/>
          </a:xfrm>
          <a:prstGeom prst="flowChartProcess">
            <a:avLst/>
          </a:prstGeom>
          <a:solidFill>
            <a:srgbClr val="F7BAF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</a:rPr>
              <a:t>สอบประมวลผล</a:t>
            </a:r>
          </a:p>
        </p:txBody>
      </p:sp>
      <p:sp>
        <p:nvSpPr>
          <p:cNvPr id="14" name="Flowchart: Decision 13">
            <a:extLst>
              <a:ext uri="{FF2B5EF4-FFF2-40B4-BE49-F238E27FC236}">
                <a16:creationId xmlns:a16="http://schemas.microsoft.com/office/drawing/2014/main" id="{55D1EDDC-CCD1-4FD3-8CE6-F6E21644AA0C}"/>
              </a:ext>
            </a:extLst>
          </p:cNvPr>
          <p:cNvSpPr/>
          <p:nvPr/>
        </p:nvSpPr>
        <p:spPr>
          <a:xfrm>
            <a:off x="5190687" y="4138252"/>
            <a:ext cx="1638952" cy="886900"/>
          </a:xfrm>
          <a:prstGeom prst="flowChartDecision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Score &gt;=80</a:t>
            </a:r>
            <a:endParaRPr lang="th-TH" sz="1100" dirty="0">
              <a:solidFill>
                <a:schemeClr val="tx1"/>
              </a:solidFill>
            </a:endParaRPr>
          </a:p>
        </p:txBody>
      </p:sp>
      <p:sp>
        <p:nvSpPr>
          <p:cNvPr id="21" name="Flowchart: Process 20">
            <a:extLst>
              <a:ext uri="{FF2B5EF4-FFF2-40B4-BE49-F238E27FC236}">
                <a16:creationId xmlns:a16="http://schemas.microsoft.com/office/drawing/2014/main" id="{993402D7-E65C-49D9-B53D-27555993E7AF}"/>
              </a:ext>
            </a:extLst>
          </p:cNvPr>
          <p:cNvSpPr/>
          <p:nvPr/>
        </p:nvSpPr>
        <p:spPr>
          <a:xfrm>
            <a:off x="5173849" y="5731722"/>
            <a:ext cx="1562928" cy="327992"/>
          </a:xfrm>
          <a:prstGeom prst="flowChartProcess">
            <a:avLst/>
          </a:prstGeom>
          <a:solidFill>
            <a:srgbClr val="F7BA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</a:rPr>
              <a:t>ประกาศผลสอบ</a:t>
            </a:r>
          </a:p>
        </p:txBody>
      </p:sp>
      <p:sp>
        <p:nvSpPr>
          <p:cNvPr id="22" name="Flowchart: Process 21">
            <a:extLst>
              <a:ext uri="{FF2B5EF4-FFF2-40B4-BE49-F238E27FC236}">
                <a16:creationId xmlns:a16="http://schemas.microsoft.com/office/drawing/2014/main" id="{349690DD-964C-4BAB-B753-6478425ED014}"/>
              </a:ext>
            </a:extLst>
          </p:cNvPr>
          <p:cNvSpPr/>
          <p:nvPr/>
        </p:nvSpPr>
        <p:spPr>
          <a:xfrm>
            <a:off x="7000177" y="2772400"/>
            <a:ext cx="864704" cy="273326"/>
          </a:xfrm>
          <a:prstGeom prst="flowChartProcess">
            <a:avLst/>
          </a:prstGeom>
          <a:solidFill>
            <a:srgbClr val="FAC2C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</a:rPr>
              <a:t>ไม่ผ่าน</a:t>
            </a:r>
          </a:p>
        </p:txBody>
      </p:sp>
      <p:sp>
        <p:nvSpPr>
          <p:cNvPr id="24" name="Flowchart: Process 23">
            <a:extLst>
              <a:ext uri="{FF2B5EF4-FFF2-40B4-BE49-F238E27FC236}">
                <a16:creationId xmlns:a16="http://schemas.microsoft.com/office/drawing/2014/main" id="{6AC540FA-C83D-432C-9F65-17A427E10CB5}"/>
              </a:ext>
            </a:extLst>
          </p:cNvPr>
          <p:cNvSpPr/>
          <p:nvPr/>
        </p:nvSpPr>
        <p:spPr>
          <a:xfrm>
            <a:off x="3074652" y="5047690"/>
            <a:ext cx="1562927" cy="273326"/>
          </a:xfrm>
          <a:prstGeom prst="flowChartProcess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Outstanding</a:t>
            </a:r>
            <a:endParaRPr lang="th-TH" sz="14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45F753-3B33-426F-9ACA-B92981CD4796}"/>
              </a:ext>
            </a:extLst>
          </p:cNvPr>
          <p:cNvSpPr txBox="1"/>
          <p:nvPr/>
        </p:nvSpPr>
        <p:spPr>
          <a:xfrm>
            <a:off x="4750251" y="4931476"/>
            <a:ext cx="10783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Score &gt;=80</a:t>
            </a:r>
            <a:endParaRPr lang="th-TH" sz="1200" dirty="0"/>
          </a:p>
        </p:txBody>
      </p:sp>
      <p:sp>
        <p:nvSpPr>
          <p:cNvPr id="40" name="Flowchart: Process 39">
            <a:extLst>
              <a:ext uri="{FF2B5EF4-FFF2-40B4-BE49-F238E27FC236}">
                <a16:creationId xmlns:a16="http://schemas.microsoft.com/office/drawing/2014/main" id="{3B099B3A-FD1A-4B23-A7B0-396F56A6F85D}"/>
              </a:ext>
            </a:extLst>
          </p:cNvPr>
          <p:cNvSpPr/>
          <p:nvPr/>
        </p:nvSpPr>
        <p:spPr>
          <a:xfrm>
            <a:off x="5517929" y="3550621"/>
            <a:ext cx="984468" cy="353846"/>
          </a:xfrm>
          <a:prstGeom prst="flowChartProcess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800" dirty="0">
                <a:solidFill>
                  <a:schemeClr val="tx1"/>
                </a:solidFill>
              </a:rPr>
              <a:t>ดีเยี่ยม</a:t>
            </a:r>
          </a:p>
        </p:txBody>
      </p:sp>
      <p:sp>
        <p:nvSpPr>
          <p:cNvPr id="41" name="Flowchart: Process 40">
            <a:extLst>
              <a:ext uri="{FF2B5EF4-FFF2-40B4-BE49-F238E27FC236}">
                <a16:creationId xmlns:a16="http://schemas.microsoft.com/office/drawing/2014/main" id="{42C348AA-005E-4416-B134-82F58686B84F}"/>
              </a:ext>
            </a:extLst>
          </p:cNvPr>
          <p:cNvSpPr/>
          <p:nvPr/>
        </p:nvSpPr>
        <p:spPr>
          <a:xfrm>
            <a:off x="3420461" y="2803388"/>
            <a:ext cx="864704" cy="273326"/>
          </a:xfrm>
          <a:prstGeom prst="flowChartProcess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</a:rPr>
              <a:t>ผ่าน</a:t>
            </a:r>
          </a:p>
        </p:txBody>
      </p:sp>
      <p:sp>
        <p:nvSpPr>
          <p:cNvPr id="42" name="Flowchart: Terminator 41">
            <a:extLst>
              <a:ext uri="{FF2B5EF4-FFF2-40B4-BE49-F238E27FC236}">
                <a16:creationId xmlns:a16="http://schemas.microsoft.com/office/drawing/2014/main" id="{3705E0A5-FAB2-4E72-968B-D177AD40A41A}"/>
              </a:ext>
            </a:extLst>
          </p:cNvPr>
          <p:cNvSpPr/>
          <p:nvPr/>
        </p:nvSpPr>
        <p:spPr>
          <a:xfrm>
            <a:off x="5347823" y="6383641"/>
            <a:ext cx="1232453" cy="417444"/>
          </a:xfrm>
          <a:prstGeom prst="flowChartTerminator">
            <a:avLst/>
          </a:prstGeom>
          <a:solidFill>
            <a:srgbClr val="A7E8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>
                <a:solidFill>
                  <a:schemeClr val="tx1"/>
                </a:solidFill>
              </a:rPr>
              <a:t>สิ้นสุด</a:t>
            </a:r>
          </a:p>
        </p:txBody>
      </p:sp>
      <p:sp>
        <p:nvSpPr>
          <p:cNvPr id="43" name="Flowchart: Decision 42">
            <a:extLst>
              <a:ext uri="{FF2B5EF4-FFF2-40B4-BE49-F238E27FC236}">
                <a16:creationId xmlns:a16="http://schemas.microsoft.com/office/drawing/2014/main" id="{47F81B98-14BA-45B8-8F1C-84E9C4E1877A}"/>
              </a:ext>
            </a:extLst>
          </p:cNvPr>
          <p:cNvSpPr/>
          <p:nvPr/>
        </p:nvSpPr>
        <p:spPr>
          <a:xfrm>
            <a:off x="3005216" y="3314384"/>
            <a:ext cx="1695194" cy="826321"/>
          </a:xfrm>
          <a:prstGeom prst="flowChartDecision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Score &gt;=75</a:t>
            </a:r>
            <a:endParaRPr lang="th-TH" sz="1100" dirty="0">
              <a:solidFill>
                <a:schemeClr val="tx1"/>
              </a:solidFill>
            </a:endParaRPr>
          </a:p>
        </p:txBody>
      </p:sp>
      <p:sp>
        <p:nvSpPr>
          <p:cNvPr id="44" name="Flowchart: Decision 43">
            <a:extLst>
              <a:ext uri="{FF2B5EF4-FFF2-40B4-BE49-F238E27FC236}">
                <a16:creationId xmlns:a16="http://schemas.microsoft.com/office/drawing/2014/main" id="{DF279D36-D050-4374-9947-2F2AF99B6929}"/>
              </a:ext>
            </a:extLst>
          </p:cNvPr>
          <p:cNvSpPr/>
          <p:nvPr/>
        </p:nvSpPr>
        <p:spPr>
          <a:xfrm>
            <a:off x="5013048" y="2212534"/>
            <a:ext cx="1562928" cy="768527"/>
          </a:xfrm>
          <a:prstGeom prst="flowChartDecision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Score &gt;50</a:t>
            </a:r>
            <a:endParaRPr lang="th-TH" sz="1100" dirty="0">
              <a:solidFill>
                <a:schemeClr val="tx1"/>
              </a:solidFill>
            </a:endParaRPr>
          </a:p>
        </p:txBody>
      </p: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FBD9EA77-E280-48AA-AE70-4F14A34FE76E}"/>
              </a:ext>
            </a:extLst>
          </p:cNvPr>
          <p:cNvCxnSpPr>
            <a:stCxn id="44" idx="3"/>
            <a:endCxn id="22" idx="0"/>
          </p:cNvCxnSpPr>
          <p:nvPr/>
        </p:nvCxnSpPr>
        <p:spPr>
          <a:xfrm>
            <a:off x="6575976" y="2596798"/>
            <a:ext cx="856553" cy="17560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EFB3A2DE-D38F-464F-B4B0-EB4E0CD94A35}"/>
              </a:ext>
            </a:extLst>
          </p:cNvPr>
          <p:cNvCxnSpPr>
            <a:stCxn id="21" idx="2"/>
            <a:endCxn id="42" idx="0"/>
          </p:cNvCxnSpPr>
          <p:nvPr/>
        </p:nvCxnSpPr>
        <p:spPr>
          <a:xfrm>
            <a:off x="5955313" y="6059714"/>
            <a:ext cx="8737" cy="3239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975472DA-C948-4DE1-82C9-953C8579A2C6}"/>
              </a:ext>
            </a:extLst>
          </p:cNvPr>
          <p:cNvSpPr txBox="1"/>
          <p:nvPr/>
        </p:nvSpPr>
        <p:spPr>
          <a:xfrm>
            <a:off x="4569972" y="3491918"/>
            <a:ext cx="10783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Score &gt;=75</a:t>
            </a:r>
            <a:endParaRPr lang="th-TH" sz="12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90CD962-98F1-464E-B5C0-DAA42C8F4E5B}"/>
              </a:ext>
            </a:extLst>
          </p:cNvPr>
          <p:cNvSpPr txBox="1"/>
          <p:nvPr/>
        </p:nvSpPr>
        <p:spPr>
          <a:xfrm>
            <a:off x="6421007" y="2309665"/>
            <a:ext cx="10783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Score &gt;=50</a:t>
            </a:r>
            <a:endParaRPr lang="th-TH" sz="1200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918E769-DCE5-4758-B230-747318AB5404}"/>
              </a:ext>
            </a:extLst>
          </p:cNvPr>
          <p:cNvSpPr txBox="1"/>
          <p:nvPr/>
        </p:nvSpPr>
        <p:spPr>
          <a:xfrm>
            <a:off x="4246019" y="2319799"/>
            <a:ext cx="10783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Score &gt;50</a:t>
            </a:r>
            <a:endParaRPr lang="th-TH" sz="1200" dirty="0"/>
          </a:p>
        </p:txBody>
      </p:sp>
      <p:sp>
        <p:nvSpPr>
          <p:cNvPr id="3" name="Flowchart: Data 2">
            <a:extLst>
              <a:ext uri="{FF2B5EF4-FFF2-40B4-BE49-F238E27FC236}">
                <a16:creationId xmlns:a16="http://schemas.microsoft.com/office/drawing/2014/main" id="{ADC1BBDD-5C90-4750-B022-76399D82E32E}"/>
              </a:ext>
            </a:extLst>
          </p:cNvPr>
          <p:cNvSpPr/>
          <p:nvPr/>
        </p:nvSpPr>
        <p:spPr>
          <a:xfrm>
            <a:off x="4464781" y="1421561"/>
            <a:ext cx="2659464" cy="385821"/>
          </a:xfrm>
          <a:prstGeom prst="flowChartInputOutput">
            <a:avLst/>
          </a:prstGeom>
          <a:solidFill>
            <a:srgbClr val="E1F7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800" dirty="0">
                <a:solidFill>
                  <a:schemeClr val="tx1"/>
                </a:solidFill>
              </a:rPr>
              <a:t>ตัวเลขค่าระดับคะแนน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4007CF3-F6D1-4851-BB4A-6DC36E9139A5}"/>
              </a:ext>
            </a:extLst>
          </p:cNvPr>
          <p:cNvCxnSpPr>
            <a:cxnSpLocks/>
          </p:cNvCxnSpPr>
          <p:nvPr/>
        </p:nvCxnSpPr>
        <p:spPr>
          <a:xfrm>
            <a:off x="5816307" y="1139437"/>
            <a:ext cx="0" cy="2616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130F6A56-32AA-4AE7-82D5-9415F6C4529F}"/>
              </a:ext>
            </a:extLst>
          </p:cNvPr>
          <p:cNvCxnSpPr>
            <a:cxnSpLocks/>
            <a:stCxn id="44" idx="1"/>
            <a:endCxn id="41" idx="0"/>
          </p:cNvCxnSpPr>
          <p:nvPr/>
        </p:nvCxnSpPr>
        <p:spPr>
          <a:xfrm rot="10800000" flipV="1">
            <a:off x="3852814" y="2596798"/>
            <a:ext cx="1160235" cy="20659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97C4678E-F061-451B-8DB1-F14A40D15773}"/>
              </a:ext>
            </a:extLst>
          </p:cNvPr>
          <p:cNvCxnSpPr>
            <a:stCxn id="41" idx="2"/>
            <a:endCxn id="43" idx="0"/>
          </p:cNvCxnSpPr>
          <p:nvPr/>
        </p:nvCxnSpPr>
        <p:spPr>
          <a:xfrm>
            <a:off x="3852813" y="3076714"/>
            <a:ext cx="0" cy="2376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5B0F7715-890D-454B-91B5-96F542AF551D}"/>
              </a:ext>
            </a:extLst>
          </p:cNvPr>
          <p:cNvCxnSpPr>
            <a:stCxn id="43" idx="3"/>
            <a:endCxn id="40" idx="1"/>
          </p:cNvCxnSpPr>
          <p:nvPr/>
        </p:nvCxnSpPr>
        <p:spPr>
          <a:xfrm flipV="1">
            <a:off x="4700410" y="3727544"/>
            <a:ext cx="81751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27FD9886-4927-412B-800E-068C31FF484D}"/>
              </a:ext>
            </a:extLst>
          </p:cNvPr>
          <p:cNvCxnSpPr>
            <a:cxnSpLocks/>
            <a:stCxn id="40" idx="2"/>
            <a:endCxn id="14" idx="0"/>
          </p:cNvCxnSpPr>
          <p:nvPr/>
        </p:nvCxnSpPr>
        <p:spPr>
          <a:xfrm>
            <a:off x="6010163" y="3904467"/>
            <a:ext cx="0" cy="2337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Connector: Elbow 118">
            <a:extLst>
              <a:ext uri="{FF2B5EF4-FFF2-40B4-BE49-F238E27FC236}">
                <a16:creationId xmlns:a16="http://schemas.microsoft.com/office/drawing/2014/main" id="{9866A2D7-4256-47F8-8B2C-08396994A9BB}"/>
              </a:ext>
            </a:extLst>
          </p:cNvPr>
          <p:cNvCxnSpPr>
            <a:stCxn id="22" idx="3"/>
            <a:endCxn id="42" idx="3"/>
          </p:cNvCxnSpPr>
          <p:nvPr/>
        </p:nvCxnSpPr>
        <p:spPr>
          <a:xfrm flipH="1">
            <a:off x="6580276" y="2909063"/>
            <a:ext cx="1284605" cy="3683300"/>
          </a:xfrm>
          <a:prstGeom prst="bentConnector3">
            <a:avLst>
              <a:gd name="adj1" fmla="val -1779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" name="Connector: Elbow 122">
            <a:extLst>
              <a:ext uri="{FF2B5EF4-FFF2-40B4-BE49-F238E27FC236}">
                <a16:creationId xmlns:a16="http://schemas.microsoft.com/office/drawing/2014/main" id="{56B4F5B9-59D8-4675-B48C-12C5919CCE11}"/>
              </a:ext>
            </a:extLst>
          </p:cNvPr>
          <p:cNvCxnSpPr>
            <a:cxnSpLocks/>
            <a:stCxn id="14" idx="2"/>
            <a:endCxn id="24" idx="3"/>
          </p:cNvCxnSpPr>
          <p:nvPr/>
        </p:nvCxnSpPr>
        <p:spPr>
          <a:xfrm rot="5400000">
            <a:off x="5244271" y="4418460"/>
            <a:ext cx="159201" cy="137258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Connector: Elbow 125">
            <a:extLst>
              <a:ext uri="{FF2B5EF4-FFF2-40B4-BE49-F238E27FC236}">
                <a16:creationId xmlns:a16="http://schemas.microsoft.com/office/drawing/2014/main" id="{7E256C8A-F4FA-4753-AF09-28FB8EB4D3EA}"/>
              </a:ext>
            </a:extLst>
          </p:cNvPr>
          <p:cNvCxnSpPr>
            <a:stCxn id="24" idx="2"/>
            <a:endCxn id="21" idx="1"/>
          </p:cNvCxnSpPr>
          <p:nvPr/>
        </p:nvCxnSpPr>
        <p:spPr>
          <a:xfrm rot="16200000" flipH="1">
            <a:off x="4227631" y="4949500"/>
            <a:ext cx="574702" cy="131773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E2F71DB1-36A6-4BA3-A2DB-D0D0CDAF2F84}"/>
              </a:ext>
            </a:extLst>
          </p:cNvPr>
          <p:cNvCxnSpPr>
            <a:cxnSpLocks/>
            <a:stCxn id="3" idx="4"/>
            <a:endCxn id="44" idx="0"/>
          </p:cNvCxnSpPr>
          <p:nvPr/>
        </p:nvCxnSpPr>
        <p:spPr>
          <a:xfrm flipH="1">
            <a:off x="5794512" y="1807382"/>
            <a:ext cx="1" cy="4051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C77BEEEF-BAE1-4E56-A978-C7BC63D8D8DD}"/>
              </a:ext>
            </a:extLst>
          </p:cNvPr>
          <p:cNvCxnSpPr>
            <a:stCxn id="21" idx="3"/>
          </p:cNvCxnSpPr>
          <p:nvPr/>
        </p:nvCxnSpPr>
        <p:spPr>
          <a:xfrm>
            <a:off x="6736777" y="5895718"/>
            <a:ext cx="137355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5156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622A241C-ED13-4E3B-A4BB-C42DF9C5A2ED}"/>
              </a:ext>
            </a:extLst>
          </p:cNvPr>
          <p:cNvSpPr/>
          <p:nvPr/>
        </p:nvSpPr>
        <p:spPr>
          <a:xfrm>
            <a:off x="5287618" y="2621066"/>
            <a:ext cx="1033670" cy="46166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4CD666D-079E-4C45-9B35-60ED5DDAC958}"/>
              </a:ext>
            </a:extLst>
          </p:cNvPr>
          <p:cNvSpPr/>
          <p:nvPr/>
        </p:nvSpPr>
        <p:spPr>
          <a:xfrm>
            <a:off x="2125317" y="467750"/>
            <a:ext cx="1497495" cy="461665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A035813-A28D-4E9B-A0DF-A70AF5FB87AA}"/>
              </a:ext>
            </a:extLst>
          </p:cNvPr>
          <p:cNvSpPr/>
          <p:nvPr/>
        </p:nvSpPr>
        <p:spPr>
          <a:xfrm>
            <a:off x="3409122" y="1046125"/>
            <a:ext cx="1497495" cy="461665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E5F19F4-AB81-4D90-AF31-5E4C1275BC35}"/>
              </a:ext>
            </a:extLst>
          </p:cNvPr>
          <p:cNvSpPr/>
          <p:nvPr/>
        </p:nvSpPr>
        <p:spPr>
          <a:xfrm>
            <a:off x="7507354" y="2356418"/>
            <a:ext cx="1497495" cy="461665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A42A874-0CC5-4908-B18B-AD3CEC746DF2}"/>
              </a:ext>
            </a:extLst>
          </p:cNvPr>
          <p:cNvSpPr/>
          <p:nvPr/>
        </p:nvSpPr>
        <p:spPr>
          <a:xfrm>
            <a:off x="6758607" y="1735448"/>
            <a:ext cx="1497495" cy="461665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1C100F7-DBCA-4F17-B854-41C86E82EDC8}"/>
              </a:ext>
            </a:extLst>
          </p:cNvPr>
          <p:cNvSpPr/>
          <p:nvPr/>
        </p:nvSpPr>
        <p:spPr>
          <a:xfrm>
            <a:off x="5009322" y="1616099"/>
            <a:ext cx="1497495" cy="461665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3CA3BA7-EF48-4235-941D-F841E3BF124B}"/>
              </a:ext>
            </a:extLst>
          </p:cNvPr>
          <p:cNvSpPr/>
          <p:nvPr/>
        </p:nvSpPr>
        <p:spPr>
          <a:xfrm>
            <a:off x="314739" y="424069"/>
            <a:ext cx="1497495" cy="461665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3DB5D1-B8AB-4D48-96D2-DCDD456907EB}"/>
              </a:ext>
            </a:extLst>
          </p:cNvPr>
          <p:cNvSpPr txBox="1"/>
          <p:nvPr/>
        </p:nvSpPr>
        <p:spPr>
          <a:xfrm>
            <a:off x="1540565" y="1420095"/>
            <a:ext cx="917713" cy="52322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th-TH" dirty="0"/>
              <a:t>จังหวัด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04C734-7A64-4C43-86D1-1E60EB358FF7}"/>
              </a:ext>
            </a:extLst>
          </p:cNvPr>
          <p:cNvSpPr txBox="1"/>
          <p:nvPr/>
        </p:nvSpPr>
        <p:spPr>
          <a:xfrm>
            <a:off x="460511" y="456118"/>
            <a:ext cx="1855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u="sng" dirty="0"/>
              <a:t>รหัสจังหวัด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BE763F-7942-4D67-8880-3E21C05E416D}"/>
              </a:ext>
            </a:extLst>
          </p:cNvPr>
          <p:cNvSpPr txBox="1"/>
          <p:nvPr/>
        </p:nvSpPr>
        <p:spPr>
          <a:xfrm>
            <a:off x="2428459" y="515897"/>
            <a:ext cx="14974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/>
              <a:t>ชื่อจังหวัด</a:t>
            </a:r>
            <a:r>
              <a:rPr lang="en-US" sz="2400" dirty="0"/>
              <a:t>T</a:t>
            </a:r>
            <a:endParaRPr lang="th-TH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188C1D-4451-4541-9F64-F3C9448B782F}"/>
              </a:ext>
            </a:extLst>
          </p:cNvPr>
          <p:cNvSpPr txBox="1"/>
          <p:nvPr/>
        </p:nvSpPr>
        <p:spPr>
          <a:xfrm>
            <a:off x="3622812" y="1069389"/>
            <a:ext cx="17492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/>
              <a:t>ชื่อจังหวัด</a:t>
            </a:r>
            <a:r>
              <a:rPr lang="en-US" sz="2400" dirty="0"/>
              <a:t>E</a:t>
            </a:r>
            <a:endParaRPr lang="th-TH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E95AEC-2196-4522-94A8-06CEEF602555}"/>
              </a:ext>
            </a:extLst>
          </p:cNvPr>
          <p:cNvSpPr txBox="1"/>
          <p:nvPr/>
        </p:nvSpPr>
        <p:spPr>
          <a:xfrm>
            <a:off x="5360503" y="2664844"/>
            <a:ext cx="1139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อำเภอ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BD82C9-18F6-42C9-AC71-278EF99C5FF1}"/>
              </a:ext>
            </a:extLst>
          </p:cNvPr>
          <p:cNvSpPr txBox="1"/>
          <p:nvPr/>
        </p:nvSpPr>
        <p:spPr>
          <a:xfrm>
            <a:off x="5261112" y="1616100"/>
            <a:ext cx="13517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/>
              <a:t>รหัสอำเภอ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5B32AB-8336-41DF-BA22-EBF73868CE36}"/>
              </a:ext>
            </a:extLst>
          </p:cNvPr>
          <p:cNvSpPr txBox="1"/>
          <p:nvPr/>
        </p:nvSpPr>
        <p:spPr>
          <a:xfrm>
            <a:off x="6864624" y="1759791"/>
            <a:ext cx="16565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/>
              <a:t>ชื่ออำเภอ</a:t>
            </a:r>
            <a:r>
              <a:rPr lang="en-US" sz="2400" dirty="0"/>
              <a:t>T</a:t>
            </a:r>
            <a:endParaRPr lang="th-TH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594B49-413C-4E9C-A547-A8A2D1EDD5BA}"/>
              </a:ext>
            </a:extLst>
          </p:cNvPr>
          <p:cNvSpPr txBox="1"/>
          <p:nvPr/>
        </p:nvSpPr>
        <p:spPr>
          <a:xfrm>
            <a:off x="7613371" y="2390233"/>
            <a:ext cx="16565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/>
              <a:t>ชื่ออำเภอ</a:t>
            </a:r>
            <a:r>
              <a:rPr lang="en-US" sz="2400" dirty="0"/>
              <a:t>E</a:t>
            </a:r>
            <a:endParaRPr lang="th-TH" sz="2400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17300A6-8328-468A-8E1E-4A973A3D1F12}"/>
              </a:ext>
            </a:extLst>
          </p:cNvPr>
          <p:cNvCxnSpPr>
            <a:stCxn id="4" idx="0"/>
          </p:cNvCxnSpPr>
          <p:nvPr/>
        </p:nvCxnSpPr>
        <p:spPr>
          <a:xfrm flipH="1" flipV="1">
            <a:off x="1063486" y="917783"/>
            <a:ext cx="935936" cy="502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6D0FDE3-943C-40AB-9086-4778BEC19DAB}"/>
              </a:ext>
            </a:extLst>
          </p:cNvPr>
          <p:cNvCxnSpPr>
            <a:stCxn id="4" idx="0"/>
          </p:cNvCxnSpPr>
          <p:nvPr/>
        </p:nvCxnSpPr>
        <p:spPr>
          <a:xfrm flipV="1">
            <a:off x="1999422" y="917783"/>
            <a:ext cx="834887" cy="502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53F8FFE-EB69-4540-A977-24DDCD4C8C81}"/>
              </a:ext>
            </a:extLst>
          </p:cNvPr>
          <p:cNvCxnSpPr>
            <a:cxnSpLocks/>
            <a:stCxn id="4" idx="3"/>
            <a:endCxn id="15" idx="2"/>
          </p:cNvCxnSpPr>
          <p:nvPr/>
        </p:nvCxnSpPr>
        <p:spPr>
          <a:xfrm flipV="1">
            <a:off x="2458278" y="1276958"/>
            <a:ext cx="950844" cy="4047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C4D25C1-E485-4B9F-AFDD-8B350F387BA2}"/>
              </a:ext>
            </a:extLst>
          </p:cNvPr>
          <p:cNvCxnSpPr>
            <a:cxnSpLocks/>
          </p:cNvCxnSpPr>
          <p:nvPr/>
        </p:nvCxnSpPr>
        <p:spPr>
          <a:xfrm flipH="1" flipV="1">
            <a:off x="5618921" y="2077764"/>
            <a:ext cx="139149" cy="5433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7B99A79-204B-45EF-9D91-A11618B3EA2C}"/>
              </a:ext>
            </a:extLst>
          </p:cNvPr>
          <p:cNvCxnSpPr>
            <a:cxnSpLocks/>
            <a:endCxn id="17" idx="2"/>
          </p:cNvCxnSpPr>
          <p:nvPr/>
        </p:nvCxnSpPr>
        <p:spPr>
          <a:xfrm flipV="1">
            <a:off x="5781259" y="1966281"/>
            <a:ext cx="977348" cy="6547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81423CE-FA18-4349-B906-B14D03507B01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6334535" y="2587251"/>
            <a:ext cx="1172819" cy="2939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82E2F879-C72B-4C35-976D-008023F06D57}"/>
              </a:ext>
            </a:extLst>
          </p:cNvPr>
          <p:cNvCxnSpPr>
            <a:cxnSpLocks/>
            <a:stCxn id="4" idx="2"/>
            <a:endCxn id="57" idx="0"/>
          </p:cNvCxnSpPr>
          <p:nvPr/>
        </p:nvCxnSpPr>
        <p:spPr>
          <a:xfrm rot="16200000" flipH="1">
            <a:off x="2377932" y="1564804"/>
            <a:ext cx="424079" cy="118109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Flowchart: Decision 56">
            <a:extLst>
              <a:ext uri="{FF2B5EF4-FFF2-40B4-BE49-F238E27FC236}">
                <a16:creationId xmlns:a16="http://schemas.microsoft.com/office/drawing/2014/main" id="{C637B614-35C4-462C-9186-722A59DA68E4}"/>
              </a:ext>
            </a:extLst>
          </p:cNvPr>
          <p:cNvSpPr/>
          <p:nvPr/>
        </p:nvSpPr>
        <p:spPr>
          <a:xfrm>
            <a:off x="2951920" y="2367394"/>
            <a:ext cx="457202" cy="336166"/>
          </a:xfrm>
          <a:prstGeom prst="flowChartDecision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8228F6B9-5081-41C3-9B67-F6D959DBD5DA}"/>
              </a:ext>
            </a:extLst>
          </p:cNvPr>
          <p:cNvCxnSpPr>
            <a:stCxn id="57" idx="3"/>
            <a:endCxn id="31" idx="1"/>
          </p:cNvCxnSpPr>
          <p:nvPr/>
        </p:nvCxnSpPr>
        <p:spPr>
          <a:xfrm>
            <a:off x="3409122" y="2535477"/>
            <a:ext cx="1878496" cy="31642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7169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7A93B295-4730-4C48-ACF4-FEA5CB91EE4F}"/>
              </a:ext>
            </a:extLst>
          </p:cNvPr>
          <p:cNvSpPr/>
          <p:nvPr/>
        </p:nvSpPr>
        <p:spPr>
          <a:xfrm>
            <a:off x="2012678" y="4178373"/>
            <a:ext cx="1313618" cy="40011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CAA70FCD-D918-405C-BC83-AC97BE0E271C}"/>
              </a:ext>
            </a:extLst>
          </p:cNvPr>
          <p:cNvSpPr/>
          <p:nvPr/>
        </p:nvSpPr>
        <p:spPr>
          <a:xfrm>
            <a:off x="10353880" y="5968226"/>
            <a:ext cx="1497495" cy="461665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5CE7490-0F64-49AA-AEAE-A5447392ED1A}"/>
              </a:ext>
            </a:extLst>
          </p:cNvPr>
          <p:cNvSpPr/>
          <p:nvPr/>
        </p:nvSpPr>
        <p:spPr>
          <a:xfrm>
            <a:off x="8461090" y="5080173"/>
            <a:ext cx="1046921" cy="45755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6221527-90FF-40E3-A1C8-B91FE2C4B9D0}"/>
              </a:ext>
            </a:extLst>
          </p:cNvPr>
          <p:cNvSpPr/>
          <p:nvPr/>
        </p:nvSpPr>
        <p:spPr>
          <a:xfrm>
            <a:off x="133563" y="1576952"/>
            <a:ext cx="1326048" cy="441874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D75BFFA-BD98-406C-A8D4-21E82AEBC47D}"/>
              </a:ext>
            </a:extLst>
          </p:cNvPr>
          <p:cNvSpPr/>
          <p:nvPr/>
        </p:nvSpPr>
        <p:spPr>
          <a:xfrm>
            <a:off x="215350" y="499856"/>
            <a:ext cx="1497495" cy="461665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63EFAF-D129-4A2C-AA0E-6BB684BAE360}"/>
              </a:ext>
            </a:extLst>
          </p:cNvPr>
          <p:cNvSpPr/>
          <p:nvPr/>
        </p:nvSpPr>
        <p:spPr>
          <a:xfrm>
            <a:off x="7176050" y="3055032"/>
            <a:ext cx="1033670" cy="46166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664F450-B09E-437E-A985-0F068A9D4484}"/>
              </a:ext>
            </a:extLst>
          </p:cNvPr>
          <p:cNvSpPr/>
          <p:nvPr/>
        </p:nvSpPr>
        <p:spPr>
          <a:xfrm>
            <a:off x="2125317" y="467750"/>
            <a:ext cx="1497495" cy="461665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D6CD14E-2D85-4507-A7F5-675DBD1976FD}"/>
              </a:ext>
            </a:extLst>
          </p:cNvPr>
          <p:cNvSpPr/>
          <p:nvPr/>
        </p:nvSpPr>
        <p:spPr>
          <a:xfrm>
            <a:off x="3716409" y="865961"/>
            <a:ext cx="1497495" cy="461665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A3188A9-B9B6-4F94-BEF0-65C851D58BE9}"/>
              </a:ext>
            </a:extLst>
          </p:cNvPr>
          <p:cNvSpPr/>
          <p:nvPr/>
        </p:nvSpPr>
        <p:spPr>
          <a:xfrm>
            <a:off x="9172159" y="2505736"/>
            <a:ext cx="1497495" cy="461665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04F2850-D486-453A-BE11-25D3B6584AEA}"/>
              </a:ext>
            </a:extLst>
          </p:cNvPr>
          <p:cNvSpPr/>
          <p:nvPr/>
        </p:nvSpPr>
        <p:spPr>
          <a:xfrm>
            <a:off x="7371521" y="1776592"/>
            <a:ext cx="1497495" cy="461665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6ABC221-1467-4D57-9668-176C22BCAA52}"/>
              </a:ext>
            </a:extLst>
          </p:cNvPr>
          <p:cNvSpPr/>
          <p:nvPr/>
        </p:nvSpPr>
        <p:spPr>
          <a:xfrm>
            <a:off x="5869056" y="1985926"/>
            <a:ext cx="1497495" cy="461665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43A42B-D7FE-49CE-9263-7FCE7D9C068C}"/>
              </a:ext>
            </a:extLst>
          </p:cNvPr>
          <p:cNvSpPr txBox="1"/>
          <p:nvPr/>
        </p:nvSpPr>
        <p:spPr>
          <a:xfrm>
            <a:off x="2584173" y="1498845"/>
            <a:ext cx="1038639" cy="46166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th-TH" sz="2400" dirty="0"/>
              <a:t>นักศึกษา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DA0C25-2EF6-4D0A-A407-56C3792D62E0}"/>
              </a:ext>
            </a:extLst>
          </p:cNvPr>
          <p:cNvSpPr txBox="1"/>
          <p:nvPr/>
        </p:nvSpPr>
        <p:spPr>
          <a:xfrm>
            <a:off x="531959" y="510125"/>
            <a:ext cx="1855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u="sng" dirty="0"/>
              <a:t>รหัสนศ.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6DBB3A-C9E8-47C9-9C5D-3FD4D929D55F}"/>
              </a:ext>
            </a:extLst>
          </p:cNvPr>
          <p:cNvSpPr txBox="1"/>
          <p:nvPr/>
        </p:nvSpPr>
        <p:spPr>
          <a:xfrm>
            <a:off x="2428459" y="515897"/>
            <a:ext cx="14974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/>
              <a:t>ชื่อ-สกุล</a:t>
            </a:r>
            <a:r>
              <a:rPr lang="en-US" sz="2400" dirty="0"/>
              <a:t>T</a:t>
            </a:r>
            <a:endParaRPr lang="th-TH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606F28-E61B-4822-87F0-4E1FF24B4589}"/>
              </a:ext>
            </a:extLst>
          </p:cNvPr>
          <p:cNvSpPr txBox="1"/>
          <p:nvPr/>
        </p:nvSpPr>
        <p:spPr>
          <a:xfrm>
            <a:off x="4019551" y="901712"/>
            <a:ext cx="17492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/>
              <a:t>สาขาวิชา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D00DA5-93B4-42E7-B6D4-46E08ABECD51}"/>
              </a:ext>
            </a:extLst>
          </p:cNvPr>
          <p:cNvSpPr txBox="1"/>
          <p:nvPr/>
        </p:nvSpPr>
        <p:spPr>
          <a:xfrm>
            <a:off x="7204211" y="3087314"/>
            <a:ext cx="1139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รายวิชา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9B4F05-4862-4033-B67C-4FAC3D23DA40}"/>
              </a:ext>
            </a:extLst>
          </p:cNvPr>
          <p:cNvSpPr txBox="1"/>
          <p:nvPr/>
        </p:nvSpPr>
        <p:spPr>
          <a:xfrm>
            <a:off x="6173856" y="1979810"/>
            <a:ext cx="13517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u="sng" dirty="0"/>
              <a:t>รหัสวิชา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E1A377-1ABC-4899-AABA-54AF80834E2D}"/>
              </a:ext>
            </a:extLst>
          </p:cNvPr>
          <p:cNvSpPr txBox="1"/>
          <p:nvPr/>
        </p:nvSpPr>
        <p:spPr>
          <a:xfrm>
            <a:off x="7515637" y="1829260"/>
            <a:ext cx="16565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/>
              <a:t>ชื่อรายวิชา</a:t>
            </a:r>
            <a:r>
              <a:rPr lang="en-US" sz="2400" dirty="0"/>
              <a:t>T</a:t>
            </a:r>
            <a:endParaRPr lang="th-TH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D2CEDA-FE69-472D-A5DD-65BA61475981}"/>
              </a:ext>
            </a:extLst>
          </p:cNvPr>
          <p:cNvSpPr txBox="1"/>
          <p:nvPr/>
        </p:nvSpPr>
        <p:spPr>
          <a:xfrm>
            <a:off x="9344435" y="2513689"/>
            <a:ext cx="16565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/>
              <a:t>ชื่อรายวิชา</a:t>
            </a:r>
            <a:r>
              <a:rPr lang="en-US" sz="2400" dirty="0"/>
              <a:t>E</a:t>
            </a:r>
            <a:endParaRPr lang="th-TH" sz="24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A8500C3-558D-489C-90F4-9FB16A2B8DD5}"/>
              </a:ext>
            </a:extLst>
          </p:cNvPr>
          <p:cNvCxnSpPr>
            <a:cxnSpLocks/>
            <a:stCxn id="10" idx="0"/>
          </p:cNvCxnSpPr>
          <p:nvPr/>
        </p:nvCxnSpPr>
        <p:spPr>
          <a:xfrm flipH="1" flipV="1">
            <a:off x="1299133" y="954156"/>
            <a:ext cx="1804360" cy="544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F82F15A-A04F-4EAD-8BB3-99B9EF2DFDBD}"/>
              </a:ext>
            </a:extLst>
          </p:cNvPr>
          <p:cNvCxnSpPr>
            <a:cxnSpLocks/>
            <a:stCxn id="10" idx="0"/>
          </p:cNvCxnSpPr>
          <p:nvPr/>
        </p:nvCxnSpPr>
        <p:spPr>
          <a:xfrm flipH="1" flipV="1">
            <a:off x="2964760" y="929415"/>
            <a:ext cx="138733" cy="5694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FC6DAE1-CFA1-4E8F-BEED-3FD167606AF4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3622812" y="1327626"/>
            <a:ext cx="681665" cy="4020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DD01B4C-1350-4FB0-A33A-1D82046800B1}"/>
              </a:ext>
            </a:extLst>
          </p:cNvPr>
          <p:cNvCxnSpPr>
            <a:cxnSpLocks/>
          </p:cNvCxnSpPr>
          <p:nvPr/>
        </p:nvCxnSpPr>
        <p:spPr>
          <a:xfrm flipH="1" flipV="1">
            <a:off x="6849718" y="2447591"/>
            <a:ext cx="821633" cy="5952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C65B766-3882-4016-981B-87BB1154052A}"/>
              </a:ext>
            </a:extLst>
          </p:cNvPr>
          <p:cNvCxnSpPr>
            <a:cxnSpLocks/>
          </p:cNvCxnSpPr>
          <p:nvPr/>
        </p:nvCxnSpPr>
        <p:spPr>
          <a:xfrm flipV="1">
            <a:off x="7706964" y="2244616"/>
            <a:ext cx="446434" cy="8104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1BF1F18-5849-473A-BB9E-084073BEF317}"/>
              </a:ext>
            </a:extLst>
          </p:cNvPr>
          <p:cNvCxnSpPr>
            <a:cxnSpLocks/>
          </p:cNvCxnSpPr>
          <p:nvPr/>
        </p:nvCxnSpPr>
        <p:spPr>
          <a:xfrm flipV="1">
            <a:off x="8203087" y="2898859"/>
            <a:ext cx="1141348" cy="450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EA92F52B-B909-4C6C-915E-FBAB972CFC87}"/>
              </a:ext>
            </a:extLst>
          </p:cNvPr>
          <p:cNvCxnSpPr>
            <a:cxnSpLocks/>
            <a:stCxn id="10" idx="2"/>
          </p:cNvCxnSpPr>
          <p:nvPr/>
        </p:nvCxnSpPr>
        <p:spPr>
          <a:xfrm rot="5400000">
            <a:off x="2417498" y="2369039"/>
            <a:ext cx="1094524" cy="27746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C1993FC8-A63F-4FFE-8D29-BE639E5A0790}"/>
              </a:ext>
            </a:extLst>
          </p:cNvPr>
          <p:cNvCxnSpPr>
            <a:cxnSpLocks/>
          </p:cNvCxnSpPr>
          <p:nvPr/>
        </p:nvCxnSpPr>
        <p:spPr>
          <a:xfrm>
            <a:off x="5708377" y="3120255"/>
            <a:ext cx="1467673" cy="201975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7F4AE529-8607-4DEE-AC58-15A45CC2D2A4}"/>
              </a:ext>
            </a:extLst>
          </p:cNvPr>
          <p:cNvSpPr txBox="1"/>
          <p:nvPr/>
        </p:nvSpPr>
        <p:spPr>
          <a:xfrm>
            <a:off x="346009" y="1548368"/>
            <a:ext cx="1855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/>
              <a:t>คณะวิชา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A2F27F4-46DD-4C3B-9332-BACC4C9CD48D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1459611" y="1729678"/>
            <a:ext cx="1124562" cy="655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440D4846-13F4-40E2-9CC0-E816188D663A}"/>
              </a:ext>
            </a:extLst>
          </p:cNvPr>
          <p:cNvSpPr txBox="1"/>
          <p:nvPr/>
        </p:nvSpPr>
        <p:spPr>
          <a:xfrm>
            <a:off x="2062784" y="4182012"/>
            <a:ext cx="16225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000" dirty="0"/>
              <a:t>การลงทะเบียน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03F392E9-24A1-47AE-9087-7D8D28BE1D52}"/>
              </a:ext>
            </a:extLst>
          </p:cNvPr>
          <p:cNvSpPr/>
          <p:nvPr/>
        </p:nvSpPr>
        <p:spPr>
          <a:xfrm>
            <a:off x="8568766" y="6187657"/>
            <a:ext cx="1497495" cy="461665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219FAC1-9FB0-4E64-8BC5-377970C617CF}"/>
              </a:ext>
            </a:extLst>
          </p:cNvPr>
          <p:cNvSpPr/>
          <p:nvPr/>
        </p:nvSpPr>
        <p:spPr>
          <a:xfrm>
            <a:off x="6195390" y="6213154"/>
            <a:ext cx="1497495" cy="461665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9D6F8CB5-E9D6-43F8-93AF-60861DAF9F78}"/>
              </a:ext>
            </a:extLst>
          </p:cNvPr>
          <p:cNvSpPr/>
          <p:nvPr/>
        </p:nvSpPr>
        <p:spPr>
          <a:xfrm>
            <a:off x="4021209" y="5319838"/>
            <a:ext cx="1497495" cy="461665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5CE3A171-7360-4FC8-A904-69BF4135EAF6}"/>
              </a:ext>
            </a:extLst>
          </p:cNvPr>
          <p:cNvSpPr/>
          <p:nvPr/>
        </p:nvSpPr>
        <p:spPr>
          <a:xfrm>
            <a:off x="2169217" y="5234084"/>
            <a:ext cx="1497495" cy="461665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u="sng" dirty="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A32ED509-01E5-404D-B16E-AF81B6A150A7}"/>
              </a:ext>
            </a:extLst>
          </p:cNvPr>
          <p:cNvSpPr/>
          <p:nvPr/>
        </p:nvSpPr>
        <p:spPr>
          <a:xfrm>
            <a:off x="444779" y="3420202"/>
            <a:ext cx="1497495" cy="482218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5D5BBA2-E7EB-4CC8-91A9-B65352628341}"/>
              </a:ext>
            </a:extLst>
          </p:cNvPr>
          <p:cNvSpPr txBox="1"/>
          <p:nvPr/>
        </p:nvSpPr>
        <p:spPr>
          <a:xfrm>
            <a:off x="515184" y="3492698"/>
            <a:ext cx="1497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800" u="sng" dirty="0"/>
              <a:t>รหัสการลงทะเบียน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5AE12597-8C5D-4A3C-B585-9FF6D54CA0AF}"/>
              </a:ext>
            </a:extLst>
          </p:cNvPr>
          <p:cNvSpPr/>
          <p:nvPr/>
        </p:nvSpPr>
        <p:spPr>
          <a:xfrm>
            <a:off x="285755" y="4795490"/>
            <a:ext cx="1427090" cy="386857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6FEF724-549F-4CA4-A414-24FE7FB63784}"/>
              </a:ext>
            </a:extLst>
          </p:cNvPr>
          <p:cNvSpPr txBox="1"/>
          <p:nvPr/>
        </p:nvSpPr>
        <p:spPr>
          <a:xfrm>
            <a:off x="515184" y="4821493"/>
            <a:ext cx="1123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800" u="sng" dirty="0"/>
              <a:t>รหัสนักศึกษา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778503B-EC63-44E5-8B89-AD7B19469235}"/>
              </a:ext>
            </a:extLst>
          </p:cNvPr>
          <p:cNvSpPr txBox="1"/>
          <p:nvPr/>
        </p:nvSpPr>
        <p:spPr>
          <a:xfrm>
            <a:off x="2428459" y="5317907"/>
            <a:ext cx="1589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800" u="sng" dirty="0"/>
              <a:t>รหัสอาจารย์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7FF6980-904B-4F9B-9387-9B8292ED06C5}"/>
              </a:ext>
            </a:extLst>
          </p:cNvPr>
          <p:cNvSpPr txBox="1"/>
          <p:nvPr/>
        </p:nvSpPr>
        <p:spPr>
          <a:xfrm>
            <a:off x="4304477" y="5350173"/>
            <a:ext cx="1403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800" u="sng" dirty="0"/>
              <a:t>รหัสรายวิชา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3011EB8-5B11-4172-92F0-52D88FEBE034}"/>
              </a:ext>
            </a:extLst>
          </p:cNvPr>
          <p:cNvSpPr txBox="1"/>
          <p:nvPr/>
        </p:nvSpPr>
        <p:spPr>
          <a:xfrm>
            <a:off x="8493816" y="5128987"/>
            <a:ext cx="14270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อาจารย์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4CF83AE-2BF5-49B9-9B2C-F94EAB893169}"/>
              </a:ext>
            </a:extLst>
          </p:cNvPr>
          <p:cNvSpPr txBox="1"/>
          <p:nvPr/>
        </p:nvSpPr>
        <p:spPr>
          <a:xfrm>
            <a:off x="6394584" y="6274709"/>
            <a:ext cx="14974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000" u="sng" dirty="0"/>
              <a:t>รหัสอาจารย์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6FF306F-3C70-4C16-8BC2-7AC77EBA4D90}"/>
              </a:ext>
            </a:extLst>
          </p:cNvPr>
          <p:cNvSpPr txBox="1"/>
          <p:nvPr/>
        </p:nvSpPr>
        <p:spPr>
          <a:xfrm>
            <a:off x="8929062" y="6229836"/>
            <a:ext cx="14974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000" dirty="0"/>
              <a:t>ชื่อ-สกุล</a:t>
            </a:r>
            <a:r>
              <a:rPr lang="en-US" sz="2000" dirty="0"/>
              <a:t>T</a:t>
            </a:r>
            <a:endParaRPr lang="th-TH" sz="20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D24C81C-102C-47D8-A59F-1E2939AD818F}"/>
              </a:ext>
            </a:extLst>
          </p:cNvPr>
          <p:cNvSpPr txBox="1"/>
          <p:nvPr/>
        </p:nvSpPr>
        <p:spPr>
          <a:xfrm>
            <a:off x="10669654" y="6013099"/>
            <a:ext cx="10361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000" dirty="0"/>
              <a:t>ชื่อ-สกุล</a:t>
            </a:r>
            <a:r>
              <a:rPr lang="en-US" sz="2000" dirty="0"/>
              <a:t>E</a:t>
            </a:r>
            <a:endParaRPr lang="th-TH" sz="2000" dirty="0"/>
          </a:p>
        </p:txBody>
      </p:sp>
      <p:sp>
        <p:nvSpPr>
          <p:cNvPr id="74" name="Flowchart: Decision 73">
            <a:extLst>
              <a:ext uri="{FF2B5EF4-FFF2-40B4-BE49-F238E27FC236}">
                <a16:creationId xmlns:a16="http://schemas.microsoft.com/office/drawing/2014/main" id="{90DEC7CE-A37E-4197-8C15-7CA5329AAB0D}"/>
              </a:ext>
            </a:extLst>
          </p:cNvPr>
          <p:cNvSpPr/>
          <p:nvPr/>
        </p:nvSpPr>
        <p:spPr>
          <a:xfrm>
            <a:off x="2608607" y="2994009"/>
            <a:ext cx="445605" cy="387006"/>
          </a:xfrm>
          <a:prstGeom prst="flowChartDecision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cxnSp>
        <p:nvCxnSpPr>
          <p:cNvPr id="87" name="Connector: Elbow 86">
            <a:extLst>
              <a:ext uri="{FF2B5EF4-FFF2-40B4-BE49-F238E27FC236}">
                <a16:creationId xmlns:a16="http://schemas.microsoft.com/office/drawing/2014/main" id="{288BC7A6-BEEC-4AFA-894C-EFCDD1AF220C}"/>
              </a:ext>
            </a:extLst>
          </p:cNvPr>
          <p:cNvCxnSpPr>
            <a:cxnSpLocks/>
            <a:stCxn id="74" idx="2"/>
          </p:cNvCxnSpPr>
          <p:nvPr/>
        </p:nvCxnSpPr>
        <p:spPr>
          <a:xfrm rot="5400000">
            <a:off x="2356024" y="3694479"/>
            <a:ext cx="788850" cy="161923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3EC4972E-0634-444F-A62F-E2E505BDE3A6}"/>
              </a:ext>
            </a:extLst>
          </p:cNvPr>
          <p:cNvCxnSpPr/>
          <p:nvPr/>
        </p:nvCxnSpPr>
        <p:spPr>
          <a:xfrm>
            <a:off x="3326296" y="4378428"/>
            <a:ext cx="3101008" cy="200055"/>
          </a:xfrm>
          <a:prstGeom prst="bentConnector3">
            <a:avLst>
              <a:gd name="adj1" fmla="val 1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Flowchart: Decision 91">
            <a:extLst>
              <a:ext uri="{FF2B5EF4-FFF2-40B4-BE49-F238E27FC236}">
                <a16:creationId xmlns:a16="http://schemas.microsoft.com/office/drawing/2014/main" id="{60AD3AED-A979-4024-8F6D-206CD1BE97EE}"/>
              </a:ext>
            </a:extLst>
          </p:cNvPr>
          <p:cNvSpPr/>
          <p:nvPr/>
        </p:nvSpPr>
        <p:spPr>
          <a:xfrm>
            <a:off x="6244259" y="4540939"/>
            <a:ext cx="352837" cy="292602"/>
          </a:xfrm>
          <a:prstGeom prst="flowChartDecision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F6EE375E-5F4F-40FB-853F-8761A6AC0A51}"/>
              </a:ext>
            </a:extLst>
          </p:cNvPr>
          <p:cNvCxnSpPr>
            <a:cxnSpLocks/>
            <a:stCxn id="92" idx="3"/>
            <a:endCxn id="70" idx="0"/>
          </p:cNvCxnSpPr>
          <p:nvPr/>
        </p:nvCxnSpPr>
        <p:spPr>
          <a:xfrm>
            <a:off x="6597096" y="4687240"/>
            <a:ext cx="2387455" cy="392933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3F19E48A-E4BE-4830-A8E5-B68E371343D4}"/>
              </a:ext>
            </a:extLst>
          </p:cNvPr>
          <p:cNvCxnSpPr/>
          <p:nvPr/>
        </p:nvCxnSpPr>
        <p:spPr>
          <a:xfrm>
            <a:off x="9103409" y="5550670"/>
            <a:ext cx="0" cy="2308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: Elbow 126">
            <a:extLst>
              <a:ext uri="{FF2B5EF4-FFF2-40B4-BE49-F238E27FC236}">
                <a16:creationId xmlns:a16="http://schemas.microsoft.com/office/drawing/2014/main" id="{77789A96-1609-4C63-A1E8-DEB185A6CB5D}"/>
              </a:ext>
            </a:extLst>
          </p:cNvPr>
          <p:cNvCxnSpPr>
            <a:endCxn id="57" idx="0"/>
          </p:cNvCxnSpPr>
          <p:nvPr/>
        </p:nvCxnSpPr>
        <p:spPr>
          <a:xfrm rot="10800000" flipV="1">
            <a:off x="6944139" y="5781502"/>
            <a:ext cx="2159271" cy="43165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: Elbow 128">
            <a:extLst>
              <a:ext uri="{FF2B5EF4-FFF2-40B4-BE49-F238E27FC236}">
                <a16:creationId xmlns:a16="http://schemas.microsoft.com/office/drawing/2014/main" id="{A4144192-976C-4769-81C2-7197F88385CA}"/>
              </a:ext>
            </a:extLst>
          </p:cNvPr>
          <p:cNvCxnSpPr>
            <a:cxnSpLocks/>
            <a:endCxn id="56" idx="0"/>
          </p:cNvCxnSpPr>
          <p:nvPr/>
        </p:nvCxnSpPr>
        <p:spPr>
          <a:xfrm rot="16200000" flipH="1">
            <a:off x="8948774" y="5818917"/>
            <a:ext cx="523376" cy="214103"/>
          </a:xfrm>
          <a:prstGeom prst="bentConnector3">
            <a:avLst>
              <a:gd name="adj1" fmla="val 948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: Elbow 139">
            <a:extLst>
              <a:ext uri="{FF2B5EF4-FFF2-40B4-BE49-F238E27FC236}">
                <a16:creationId xmlns:a16="http://schemas.microsoft.com/office/drawing/2014/main" id="{BB55AF7D-FBFF-4AE2-9FFB-FEFFD857A808}"/>
              </a:ext>
            </a:extLst>
          </p:cNvPr>
          <p:cNvCxnSpPr>
            <a:cxnSpLocks/>
            <a:endCxn id="71" idx="0"/>
          </p:cNvCxnSpPr>
          <p:nvPr/>
        </p:nvCxnSpPr>
        <p:spPr>
          <a:xfrm>
            <a:off x="9103411" y="5664282"/>
            <a:ext cx="1999217" cy="303944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Flowchart: Decision 147">
            <a:extLst>
              <a:ext uri="{FF2B5EF4-FFF2-40B4-BE49-F238E27FC236}">
                <a16:creationId xmlns:a16="http://schemas.microsoft.com/office/drawing/2014/main" id="{EC5B48FE-0E03-44DE-8C3D-034299DBB00D}"/>
              </a:ext>
            </a:extLst>
          </p:cNvPr>
          <p:cNvSpPr/>
          <p:nvPr/>
        </p:nvSpPr>
        <p:spPr>
          <a:xfrm>
            <a:off x="5305626" y="2925787"/>
            <a:ext cx="446434" cy="387006"/>
          </a:xfrm>
          <a:prstGeom prst="flowChartDecision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cxnSp>
        <p:nvCxnSpPr>
          <p:cNvPr id="150" name="Connector: Elbow 149">
            <a:extLst>
              <a:ext uri="{FF2B5EF4-FFF2-40B4-BE49-F238E27FC236}">
                <a16:creationId xmlns:a16="http://schemas.microsoft.com/office/drawing/2014/main" id="{8EBCCD02-596C-4D9C-B374-6E08FB39F02D}"/>
              </a:ext>
            </a:extLst>
          </p:cNvPr>
          <p:cNvCxnSpPr>
            <a:stCxn id="148" idx="1"/>
          </p:cNvCxnSpPr>
          <p:nvPr/>
        </p:nvCxnSpPr>
        <p:spPr>
          <a:xfrm rot="10800000" flipV="1">
            <a:off x="3925954" y="3119290"/>
            <a:ext cx="1379672" cy="1259138"/>
          </a:xfrm>
          <a:prstGeom prst="bentConnector3">
            <a:avLst>
              <a:gd name="adj1" fmla="val 9130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D70C5343-86AC-408F-B630-67FD038D4A26}"/>
              </a:ext>
            </a:extLst>
          </p:cNvPr>
          <p:cNvCxnSpPr>
            <a:cxnSpLocks/>
            <a:endCxn id="59" idx="0"/>
          </p:cNvCxnSpPr>
          <p:nvPr/>
        </p:nvCxnSpPr>
        <p:spPr>
          <a:xfrm rot="16200000" flipH="1">
            <a:off x="2423267" y="4739386"/>
            <a:ext cx="655602" cy="333793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3DD3B65D-1736-4B78-A6D0-EC151623F596}"/>
              </a:ext>
            </a:extLst>
          </p:cNvPr>
          <p:cNvCxnSpPr>
            <a:endCxn id="58" idx="0"/>
          </p:cNvCxnSpPr>
          <p:nvPr/>
        </p:nvCxnSpPr>
        <p:spPr>
          <a:xfrm>
            <a:off x="2584171" y="4795490"/>
            <a:ext cx="2185786" cy="524348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D8C24A12-E1D7-4E31-9330-C3C29AAAC798}"/>
              </a:ext>
            </a:extLst>
          </p:cNvPr>
          <p:cNvCxnSpPr>
            <a:endCxn id="63" idx="0"/>
          </p:cNvCxnSpPr>
          <p:nvPr/>
        </p:nvCxnSpPr>
        <p:spPr>
          <a:xfrm rot="10800000" flipV="1">
            <a:off x="1077161" y="4687239"/>
            <a:ext cx="1507010" cy="134253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42D1705C-458A-4C10-98CF-5242F82341A1}"/>
              </a:ext>
            </a:extLst>
          </p:cNvPr>
          <p:cNvCxnSpPr>
            <a:cxnSpLocks/>
            <a:stCxn id="72" idx="1"/>
            <a:endCxn id="60" idx="4"/>
          </p:cNvCxnSpPr>
          <p:nvPr/>
        </p:nvCxnSpPr>
        <p:spPr>
          <a:xfrm rot="10800000">
            <a:off x="1193528" y="3902420"/>
            <a:ext cx="819151" cy="476008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B6B13F2C-245A-4482-9812-5F6E70859ACF}"/>
              </a:ext>
            </a:extLst>
          </p:cNvPr>
          <p:cNvSpPr txBox="1"/>
          <p:nvPr/>
        </p:nvSpPr>
        <p:spPr>
          <a:xfrm>
            <a:off x="3099350" y="2106259"/>
            <a:ext cx="675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M</a:t>
            </a:r>
            <a:endParaRPr lang="th-TH" sz="18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9796787-EEB2-4DCA-8660-CCBADFCBE9BF}"/>
              </a:ext>
            </a:extLst>
          </p:cNvPr>
          <p:cNvSpPr txBox="1"/>
          <p:nvPr/>
        </p:nvSpPr>
        <p:spPr>
          <a:xfrm>
            <a:off x="6636023" y="3006418"/>
            <a:ext cx="529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M</a:t>
            </a:r>
            <a:endParaRPr lang="th-TH" sz="18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B943AF2-1AD0-463D-9443-F76A577E2116}"/>
              </a:ext>
            </a:extLst>
          </p:cNvPr>
          <p:cNvSpPr txBox="1"/>
          <p:nvPr/>
        </p:nvSpPr>
        <p:spPr>
          <a:xfrm>
            <a:off x="2479186" y="3455660"/>
            <a:ext cx="675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N</a:t>
            </a:r>
            <a:endParaRPr lang="th-TH" sz="18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B421B1E-884F-4BCC-BABC-96A9EB496DBF}"/>
              </a:ext>
            </a:extLst>
          </p:cNvPr>
          <p:cNvSpPr txBox="1"/>
          <p:nvPr/>
        </p:nvSpPr>
        <p:spPr>
          <a:xfrm>
            <a:off x="3716409" y="3503414"/>
            <a:ext cx="675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N</a:t>
            </a:r>
            <a:endParaRPr lang="th-TH" sz="18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51F3824-BD9B-44FD-AEE8-0BBCDFE24FE5}"/>
              </a:ext>
            </a:extLst>
          </p:cNvPr>
          <p:cNvSpPr txBox="1"/>
          <p:nvPr/>
        </p:nvSpPr>
        <p:spPr>
          <a:xfrm>
            <a:off x="4296705" y="4055481"/>
            <a:ext cx="675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N</a:t>
            </a:r>
            <a:endParaRPr lang="th-TH" sz="1800" dirty="0"/>
          </a:p>
        </p:txBody>
      </p:sp>
    </p:spTree>
    <p:extLst>
      <p:ext uri="{BB962C8B-B14F-4D97-AF65-F5344CB8AC3E}">
        <p14:creationId xmlns:p14="http://schemas.microsoft.com/office/powerpoint/2010/main" val="1574068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EF42190A-ACDA-4B80-97E3-BBCB7848CD3E}"/>
              </a:ext>
            </a:extLst>
          </p:cNvPr>
          <p:cNvSpPr/>
          <p:nvPr/>
        </p:nvSpPr>
        <p:spPr>
          <a:xfrm>
            <a:off x="2285795" y="1894616"/>
            <a:ext cx="1497495" cy="461665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D47F0BB-35EF-44F9-83B6-0F814B59C370}"/>
              </a:ext>
            </a:extLst>
          </p:cNvPr>
          <p:cNvSpPr/>
          <p:nvPr/>
        </p:nvSpPr>
        <p:spPr>
          <a:xfrm>
            <a:off x="2201313" y="877949"/>
            <a:ext cx="1497495" cy="461665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73C7111-8A93-487D-9590-833F90F4E8D5}"/>
              </a:ext>
            </a:extLst>
          </p:cNvPr>
          <p:cNvSpPr/>
          <p:nvPr/>
        </p:nvSpPr>
        <p:spPr>
          <a:xfrm>
            <a:off x="4513612" y="745177"/>
            <a:ext cx="1497495" cy="461665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720A9B9-6B17-4B69-A79B-30308333DDDE}"/>
              </a:ext>
            </a:extLst>
          </p:cNvPr>
          <p:cNvSpPr/>
          <p:nvPr/>
        </p:nvSpPr>
        <p:spPr>
          <a:xfrm>
            <a:off x="6640998" y="1377148"/>
            <a:ext cx="1497495" cy="461665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9C63E8-14D7-4E41-AB25-D7EB79C276C6}"/>
              </a:ext>
            </a:extLst>
          </p:cNvPr>
          <p:cNvSpPr txBox="1"/>
          <p:nvPr/>
        </p:nvSpPr>
        <p:spPr>
          <a:xfrm>
            <a:off x="4907852" y="1779200"/>
            <a:ext cx="1038639" cy="46166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th-TH" sz="2400" dirty="0"/>
              <a:t>นักศึกษา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47743F-CCFC-4898-8D3F-68C4338A2945}"/>
              </a:ext>
            </a:extLst>
          </p:cNvPr>
          <p:cNvSpPr txBox="1"/>
          <p:nvPr/>
        </p:nvSpPr>
        <p:spPr>
          <a:xfrm>
            <a:off x="2600322" y="888262"/>
            <a:ext cx="1855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/>
              <a:t>คณะ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8DD7D1-47AB-418C-846F-0D2E35926A31}"/>
              </a:ext>
            </a:extLst>
          </p:cNvPr>
          <p:cNvSpPr txBox="1"/>
          <p:nvPr/>
        </p:nvSpPr>
        <p:spPr>
          <a:xfrm>
            <a:off x="4789828" y="767551"/>
            <a:ext cx="14974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/>
              <a:t>สาขาวิชา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021EAEC-E510-4BDE-B71D-F6D482994F11}"/>
              </a:ext>
            </a:extLst>
          </p:cNvPr>
          <p:cNvCxnSpPr>
            <a:cxnSpLocks/>
            <a:stCxn id="5" idx="0"/>
          </p:cNvCxnSpPr>
          <p:nvPr/>
        </p:nvCxnSpPr>
        <p:spPr>
          <a:xfrm flipH="1" flipV="1">
            <a:off x="3622812" y="1234511"/>
            <a:ext cx="1804360" cy="544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110C956-A665-4C5D-8E54-D9D885FD5E9E}"/>
              </a:ext>
            </a:extLst>
          </p:cNvPr>
          <p:cNvCxnSpPr>
            <a:cxnSpLocks/>
            <a:stCxn id="5" idx="0"/>
          </p:cNvCxnSpPr>
          <p:nvPr/>
        </p:nvCxnSpPr>
        <p:spPr>
          <a:xfrm flipH="1" flipV="1">
            <a:off x="5288439" y="1209770"/>
            <a:ext cx="138733" cy="5694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5A30E0A-049F-4F44-ABE2-15386987E229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5946491" y="1607981"/>
            <a:ext cx="681665" cy="4020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45207F7-09BD-4976-9C6C-AD27C5962254}"/>
              </a:ext>
            </a:extLst>
          </p:cNvPr>
          <p:cNvSpPr txBox="1"/>
          <p:nvPr/>
        </p:nvSpPr>
        <p:spPr>
          <a:xfrm>
            <a:off x="2600322" y="1955332"/>
            <a:ext cx="1855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/>
              <a:t>ชื่อ-สกุล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086A9B6-F66F-4F13-BB85-8F6227B945D7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3783290" y="2010033"/>
            <a:ext cx="1124562" cy="655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923A303-F235-426D-BFD5-AF6CC5B76E82}"/>
              </a:ext>
            </a:extLst>
          </p:cNvPr>
          <p:cNvSpPr txBox="1"/>
          <p:nvPr/>
        </p:nvSpPr>
        <p:spPr>
          <a:xfrm>
            <a:off x="6779304" y="1389955"/>
            <a:ext cx="14974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/>
              <a:t>รหัสนักศึกษา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F5DB44D-0E17-4879-94A5-15989842FDD7}"/>
              </a:ext>
            </a:extLst>
          </p:cNvPr>
          <p:cNvSpPr/>
          <p:nvPr/>
        </p:nvSpPr>
        <p:spPr>
          <a:xfrm>
            <a:off x="6782200" y="2421995"/>
            <a:ext cx="1497495" cy="461665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14C76E-2A98-4017-8F7B-AE5071581D13}"/>
              </a:ext>
            </a:extLst>
          </p:cNvPr>
          <p:cNvSpPr txBox="1"/>
          <p:nvPr/>
        </p:nvSpPr>
        <p:spPr>
          <a:xfrm>
            <a:off x="7075828" y="2424387"/>
            <a:ext cx="14974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/>
              <a:t>เบอร์โทร</a:t>
            </a:r>
          </a:p>
        </p:txBody>
      </p:sp>
      <p:graphicFrame>
        <p:nvGraphicFramePr>
          <p:cNvPr id="19" name="Table 19">
            <a:extLst>
              <a:ext uri="{FF2B5EF4-FFF2-40B4-BE49-F238E27FC236}">
                <a16:creationId xmlns:a16="http://schemas.microsoft.com/office/drawing/2014/main" id="{716AE961-B125-4A45-8863-22AF307752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1871506"/>
              </p:ext>
            </p:extLst>
          </p:nvPr>
        </p:nvGraphicFramePr>
        <p:xfrm>
          <a:off x="1882491" y="3378938"/>
          <a:ext cx="7500048" cy="3054488"/>
        </p:xfrm>
        <a:graphic>
          <a:graphicData uri="http://schemas.openxmlformats.org/drawingml/2006/table">
            <a:tbl>
              <a:tblPr firstRow="1" bandRow="1"/>
              <a:tblGrid>
                <a:gridCol w="1844270">
                  <a:extLst>
                    <a:ext uri="{9D8B030D-6E8A-4147-A177-3AD203B41FA5}">
                      <a16:colId xmlns:a16="http://schemas.microsoft.com/office/drawing/2014/main" val="2857979442"/>
                    </a:ext>
                  </a:extLst>
                </a:gridCol>
                <a:gridCol w="1998816">
                  <a:extLst>
                    <a:ext uri="{9D8B030D-6E8A-4147-A177-3AD203B41FA5}">
                      <a16:colId xmlns:a16="http://schemas.microsoft.com/office/drawing/2014/main" val="91069514"/>
                    </a:ext>
                  </a:extLst>
                </a:gridCol>
                <a:gridCol w="1299384">
                  <a:extLst>
                    <a:ext uri="{9D8B030D-6E8A-4147-A177-3AD203B41FA5}">
                      <a16:colId xmlns:a16="http://schemas.microsoft.com/office/drawing/2014/main" val="2947846720"/>
                    </a:ext>
                  </a:extLst>
                </a:gridCol>
                <a:gridCol w="2357578">
                  <a:extLst>
                    <a:ext uri="{9D8B030D-6E8A-4147-A177-3AD203B41FA5}">
                      <a16:colId xmlns:a16="http://schemas.microsoft.com/office/drawing/2014/main" val="447913620"/>
                    </a:ext>
                  </a:extLst>
                </a:gridCol>
              </a:tblGrid>
              <a:tr h="750004">
                <a:tc>
                  <a:txBody>
                    <a:bodyPr/>
                    <a:lstStyle/>
                    <a:p>
                      <a:r>
                        <a:rPr lang="en-US" sz="1800" dirty="0"/>
                        <a:t>Field</a:t>
                      </a:r>
                      <a:endParaRPr lang="th-TH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Data type</a:t>
                      </a:r>
                      <a:endParaRPr lang="th-TH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Length</a:t>
                      </a:r>
                      <a:endParaRPr lang="th-TH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Description</a:t>
                      </a:r>
                      <a:endParaRPr lang="th-TH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2866807"/>
                  </a:ext>
                </a:extLst>
              </a:tr>
              <a:tr h="750004">
                <a:tc>
                  <a:txBody>
                    <a:bodyPr/>
                    <a:lstStyle/>
                    <a:p>
                      <a:r>
                        <a:rPr lang="th-TH" sz="2400" dirty="0" err="1"/>
                        <a:t>รห้ส</a:t>
                      </a:r>
                      <a:r>
                        <a:rPr lang="th-TH" sz="2400" dirty="0"/>
                        <a:t>นักศึกษา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Long integer</a:t>
                      </a:r>
                      <a:endParaRPr lang="th-TH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10</a:t>
                      </a:r>
                      <a:endParaRPr lang="th-TH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Primary </a:t>
                      </a:r>
                      <a:endParaRPr lang="th-TH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951774"/>
                  </a:ext>
                </a:extLst>
              </a:tr>
              <a:tr h="411292">
                <a:tc>
                  <a:txBody>
                    <a:bodyPr/>
                    <a:lstStyle/>
                    <a:p>
                      <a:r>
                        <a:rPr lang="th-TH" sz="2400" dirty="0"/>
                        <a:t>ชื่อ-สกุล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Text</a:t>
                      </a:r>
                      <a:endParaRPr lang="th-TH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1511797"/>
                  </a:ext>
                </a:extLst>
              </a:tr>
              <a:tr h="411292">
                <a:tc>
                  <a:txBody>
                    <a:bodyPr/>
                    <a:lstStyle/>
                    <a:p>
                      <a:r>
                        <a:rPr lang="en-US" sz="1800" dirty="0"/>
                        <a:t>Tel</a:t>
                      </a:r>
                      <a:endParaRPr lang="th-TH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Text</a:t>
                      </a:r>
                      <a:endParaRPr lang="th-TH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h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936642"/>
                  </a:ext>
                </a:extLst>
              </a:tr>
              <a:tr h="411292">
                <a:tc>
                  <a:txBody>
                    <a:bodyPr/>
                    <a:lstStyle/>
                    <a:p>
                      <a:r>
                        <a:rPr lang="en-US" sz="2000" dirty="0"/>
                        <a:t>Subject</a:t>
                      </a:r>
                      <a:endParaRPr lang="th-TH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Int</a:t>
                      </a:r>
                      <a:endParaRPr lang="th-TH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h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35936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3349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2750</TotalTime>
  <Words>134</Words>
  <Application>Microsoft Office PowerPoint</Application>
  <PresentationFormat>Widescreen</PresentationFormat>
  <Paragraphs>70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Student-01</dc:creator>
  <cp:lastModifiedBy>Student-01</cp:lastModifiedBy>
  <cp:revision>39</cp:revision>
  <dcterms:created xsi:type="dcterms:W3CDTF">2026-09-29T04:03:07Z</dcterms:created>
  <dcterms:modified xsi:type="dcterms:W3CDTF">2026-10-22T08:26:44Z</dcterms:modified>
</cp:coreProperties>
</file>